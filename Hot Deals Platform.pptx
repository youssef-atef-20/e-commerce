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8" r:id="rId4"/>
    <p:sldId id="279" r:id="rId5"/>
    <p:sldId id="272" r:id="rId6"/>
    <p:sldId id="273" r:id="rId7"/>
    <p:sldId id="274" r:id="rId8"/>
    <p:sldId id="275" r:id="rId9"/>
    <p:sldId id="280" r:id="rId10"/>
    <p:sldId id="281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5B780-AD2F-F747-E88E-04F378568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6A92F-31E9-0522-BB55-B8ED600CE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A1E53-70DC-C9C1-A152-6D2155E70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DA25A-87D7-45D3-9CFB-C758460916A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9E1A0-7AAF-91BF-8640-33F58437F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E3B01-9C39-1AEA-2E43-03CDA36FD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4BAB-1C98-4B71-9D80-B34EC560C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73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1F2E-9AE9-9924-1BD8-9DA58690F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E88B7-B992-EE12-000C-A52F3C493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F39DB-8E83-1E00-51DE-A5F2A79C0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DA25A-87D7-45D3-9CFB-C758460916A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53040-D34D-A4E5-2F3C-62A49CCEC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BFBBF-60D4-6B30-59F1-CFB54EB3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4BAB-1C98-4B71-9D80-B34EC560C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00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6891-D836-4BF2-1B60-BDE30BEF9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659F2-F94E-8B3C-7E11-8B173E5F4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74AC6-B5DF-BD58-A0B6-F23030E09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DA25A-87D7-45D3-9CFB-C758460916A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ABA63-5E4B-186E-123C-B4614393E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FACB6-F171-3EE7-FA93-B90EB65AE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4BAB-1C98-4B71-9D80-B34EC560C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7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A475A-7BDB-97AA-BE5F-12DD47143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B9BB7-2335-DB6C-20AD-3D333E8E4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14EC3-9B4F-8920-E505-0CAC847B0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2E024-407F-1DE3-6B8A-725EF598A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DA25A-87D7-45D3-9CFB-C758460916A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F394F-4499-A567-9C7C-B615D0E6A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C3A93-079A-BF50-48DC-B48EA89C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4BAB-1C98-4B71-9D80-B34EC560C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74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7D3A-BB9D-5D5B-2441-D14A71C19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E8462-C6DC-B167-1C7D-3FDC82955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48E3B-43F0-D9E1-B618-61134BD1D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C6E0C-59BC-BDF4-E5E7-A7AD877D2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6732D5-865D-DCED-F47D-35A66B007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590164-5CF6-06B3-5829-FF780CF4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DA25A-87D7-45D3-9CFB-C758460916A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060EC-2739-5E74-1F86-1D9B5F0F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30CF10-880F-20C6-3A5B-02423F6C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4BAB-1C98-4B71-9D80-B34EC560C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70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1E6F-1855-1A54-2E58-FAFEFFA6E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5A6149-C8CA-E079-84E6-6ED8653B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DA25A-87D7-45D3-9CFB-C758460916A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02954-8956-AA53-4990-8A2FA442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CA20F-2E27-52CF-B658-FB521E50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4BAB-1C98-4B71-9D80-B34EC560C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53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D6E420-B27C-B5F1-1448-D37AD9167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DA25A-87D7-45D3-9CFB-C758460916A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CBCBE5-09D1-A653-BE89-F98F41D64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76E2D-1C1E-67CE-D9B1-CE2479E5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4BAB-1C98-4B71-9D80-B34EC560C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6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7773E-6495-0493-70F6-6AE49C279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32055-8293-D017-231D-3DAA7694A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AC9D1-4D84-AAD6-7B2E-D1FB7CF0D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5888B-CFB3-8028-54AB-215A85A2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DA25A-87D7-45D3-9CFB-C758460916A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14888-49E1-5B76-D214-15098947B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A445D-4CBF-60C4-E46D-381BC4E46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4BAB-1C98-4B71-9D80-B34EC560C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08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945F2-4876-8386-2180-EA1589329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7BDAC-2BED-A7D4-88BB-AD7771F73D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147A4-2CE7-BB73-C41D-B7E7AA9EF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773BE-65DF-64ED-EA59-4E5BA5808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DA25A-87D7-45D3-9CFB-C758460916A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0ED52-B3C3-B9B0-F626-2E2B9378B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89CDF-5551-7BB4-0363-4E8687A4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4BAB-1C98-4B71-9D80-B34EC560C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FD86F-CB87-9881-9D58-F93A3520C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69E00-2A55-CAA3-C8BB-F299476B0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EC07C-A9FC-48A5-2DA6-2823F96D4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DA25A-87D7-45D3-9CFB-C758460916A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C965E-C2CB-1775-5648-0A2FADF6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FFDE7-7D85-26F3-46B7-3AACF2E9F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4BAB-1C98-4B71-9D80-B34EC560C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3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F6E053-F4BF-EB7D-F7BF-A68966C629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AD4B6-FEE4-514C-A25E-676B5A861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0F81B-5C19-DAAB-4D43-0BF79812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DA25A-87D7-45D3-9CFB-C758460916A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D1CB5-1F68-DDDA-0990-A332E007B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2E700-6A19-1EC8-12B3-738C36B8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4BAB-1C98-4B71-9D80-B34EC560C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93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36CDAE-0BA2-7976-13F0-F64857D78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B4A37-FFAC-C25A-521E-0086020A5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D57A8-3027-029D-3EDF-A1B5E8BCDC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DA25A-87D7-45D3-9CFB-C758460916A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0DA0D-FAE1-9F0D-5298-ADDD0B054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C7884-4151-DDF9-1D50-D0FED90EA6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DE4BAB-1C98-4B71-9D80-B34EC560C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39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EB887-C42B-F305-21AB-43AF20F4F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0" y="1598246"/>
            <a:ext cx="4626709" cy="5122985"/>
          </a:xfrm>
        </p:spPr>
        <p:txBody>
          <a:bodyPr anchor="t">
            <a:normAutofit/>
          </a:bodyPr>
          <a:lstStyle/>
          <a:p>
            <a:pPr algn="r"/>
            <a:r>
              <a:rPr lang="en-US" sz="8000" b="1">
                <a:solidFill>
                  <a:srgbClr val="FFFFFF"/>
                </a:solidFill>
              </a:rPr>
              <a:t>Hot Deals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7A8CD-BBB1-A4E7-C415-9E9E430AA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1590840"/>
            <a:ext cx="5672176" cy="5095221"/>
          </a:xfrm>
        </p:spPr>
        <p:txBody>
          <a:bodyPr>
            <a:normAutofit/>
          </a:bodyPr>
          <a:lstStyle/>
          <a:p>
            <a:pPr algn="l"/>
            <a:r>
              <a:rPr lang="en-US" sz="4400">
                <a:solidFill>
                  <a:srgbClr val="FFFFFF"/>
                </a:solidFill>
              </a:rPr>
              <a:t>Fashion That Turns Heads</a:t>
            </a:r>
          </a:p>
          <a:p>
            <a:pPr algn="l"/>
            <a:r>
              <a:rPr lang="en-US" sz="4400">
                <a:solidFill>
                  <a:srgbClr val="FFFFFF"/>
                </a:solidFill>
              </a:rPr>
              <a:t>A Modern E-Commerce Solution with Loyalty Rewards</a:t>
            </a:r>
          </a:p>
          <a:p>
            <a:pPr algn="l"/>
            <a:endParaRPr lang="ar-EG" sz="4400">
              <a:solidFill>
                <a:srgbClr val="FFFFFF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997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23199-03AE-2948-B2F5-83D4435C6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Idea &amp; Goal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669C1FE-4A4D-4961-FF8E-058DF53F0C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820880"/>
            <a:ext cx="5257799" cy="48893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Idea: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 specialized fashion e-commerce platform designed to simplify the shopping journey with a minimalist, product-focused interface.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Goal: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 solve the complexity of traditional online stores by offering a clean, distraction-free User Experience (UX).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 build long-term customer relationships through an embedded, instant-reward loyalty system.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081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F19E9F-54AB-BC95-8D93-D6A6ECFBC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D18DAF-DC1F-D950-94A5-337925ADF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Team Members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AE94-8DCA-0BEE-7885-6FFBD9D5C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sz="2400"/>
              <a:t>Youssef Atef: Team Leader &amp; Frontend Developer.</a:t>
            </a:r>
          </a:p>
          <a:p>
            <a:endParaRPr lang="en-US" sz="2400"/>
          </a:p>
          <a:p>
            <a:r>
              <a:rPr lang="en-US" sz="2400"/>
              <a:t>Philopater Wael: Frontend &amp; Backend Developer</a:t>
            </a:r>
          </a:p>
          <a:p>
            <a:endParaRPr lang="en-US" sz="2400"/>
          </a:p>
          <a:p>
            <a:r>
              <a:rPr lang="en-US" sz="2400"/>
              <a:t>Youssef Waleer: Frontend developer</a:t>
            </a:r>
          </a:p>
          <a:p>
            <a:endParaRPr lang="en-US" sz="2400"/>
          </a:p>
          <a:p>
            <a:r>
              <a:rPr lang="en-US" sz="2400"/>
              <a:t>Ahmed Sobhy: Frontend developer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3110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AD679-87A3-C7C7-B51B-035F58B4D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16F06FB-D90A-3B5F-A94F-2498CB9AF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Modern UI &amp;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CA362-BB16-F761-ED9F-3DA24336A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</a:rPr>
              <a:t>Minimalist Design:</a:t>
            </a:r>
            <a:r>
              <a:rPr lang="en-US" sz="2000">
                <a:solidFill>
                  <a:srgbClr val="FFFFFF"/>
                </a:solidFill>
              </a:rPr>
              <a:t> Clean interface focused on "Fashion That Turns Heads" branding</a:t>
            </a:r>
          </a:p>
          <a:p>
            <a:endParaRPr lang="en-US" sz="2000">
              <a:solidFill>
                <a:srgbClr val="FFFFFF"/>
              </a:solidFill>
            </a:endParaRPr>
          </a:p>
          <a:p>
            <a:r>
              <a:rPr lang="en-US" sz="2000" b="1">
                <a:solidFill>
                  <a:srgbClr val="FFFFFF"/>
                </a:solidFill>
              </a:rPr>
              <a:t>Responsive Layout:</a:t>
            </a:r>
            <a:r>
              <a:rPr lang="en-US" sz="2000">
                <a:solidFill>
                  <a:srgbClr val="FFFFFF"/>
                </a:solidFill>
              </a:rPr>
              <a:t> Fully responsive grid system ensuring compatibility across all devices.• </a:t>
            </a:r>
          </a:p>
          <a:p>
            <a:endParaRPr lang="en-US" sz="2000">
              <a:solidFill>
                <a:srgbClr val="FFFFFF"/>
              </a:solidFill>
            </a:endParaRPr>
          </a:p>
          <a:p>
            <a:endParaRPr lang="en-US" sz="200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91E50F-B030-EE75-03B0-8180B9B6BB4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304" y="2239459"/>
            <a:ext cx="5407002" cy="237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34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7F6A71A-43E7-182F-7265-DB185D465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Featured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EF698-2D39-7197-DACD-FF3620BE9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• Responsive grid layout.</a:t>
            </a:r>
          </a:p>
          <a:p>
            <a:r>
              <a:rPr lang="en-US" sz="2000">
                <a:solidFill>
                  <a:srgbClr val="FFFFFF"/>
                </a:solidFill>
              </a:rPr>
              <a:t>• Quick 'Add to Cart' and 'Wishlist' features.</a:t>
            </a:r>
          </a:p>
          <a:p>
            <a:r>
              <a:rPr lang="en-US" sz="2000">
                <a:solidFill>
                  <a:srgbClr val="FFFFFF"/>
                </a:solidFill>
              </a:rPr>
              <a:t>• Dynamic pricing display.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1CE42A-AC9A-CE22-4916-3FF6CDEAD06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304" y="2239459"/>
            <a:ext cx="5407002" cy="237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30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86BD15A-BF28-693E-D5F4-AF24B883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Product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D24D8-92C1-0A76-7904-C836E3FB1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• High-quality image zoom.</a:t>
            </a:r>
          </a:p>
          <a:p>
            <a:r>
              <a:rPr lang="en-US" sz="2000">
                <a:solidFill>
                  <a:srgbClr val="FFFFFF"/>
                </a:solidFill>
              </a:rPr>
              <a:t>• Detailed specifications (Stock, Color, Size).</a:t>
            </a:r>
          </a:p>
          <a:p>
            <a:r>
              <a:rPr lang="en-US" sz="2000">
                <a:solidFill>
                  <a:srgbClr val="FFFFFF"/>
                </a:solidFill>
              </a:rPr>
              <a:t>• Real-time stock status (e.g., 184 items left).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B18D8-A9D7-0137-3F6C-39FE392D43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304" y="2239459"/>
            <a:ext cx="5407002" cy="237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106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C8C733E-050C-0C73-317F-5A78D39F1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My Account &amp;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636DF-2685-C697-61BF-0A4C39B26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• Personal Profile Management.</a:t>
            </a:r>
          </a:p>
          <a:p>
            <a:r>
              <a:rPr lang="en-US" sz="2000">
                <a:solidFill>
                  <a:srgbClr val="FFFFFF"/>
                </a:solidFill>
              </a:rPr>
              <a:t>• Real-time Loyalty Points tracking.</a:t>
            </a:r>
          </a:p>
          <a:p>
            <a:r>
              <a:rPr lang="en-US" sz="2000">
                <a:solidFill>
                  <a:srgbClr val="FFFFFF"/>
                </a:solidFill>
              </a:rPr>
              <a:t>• Order History access.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7B77C8-C16B-79C4-EE5D-D4986FCBFA3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304" y="2239459"/>
            <a:ext cx="5407002" cy="237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04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0333C52-FF48-DB5F-B714-CB1B33A1E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Smart Loyalty System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FA742-5DFB-B8B4-EF46-CEF168FD6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• The Competitive Edge:</a:t>
            </a:r>
          </a:p>
          <a:p>
            <a:r>
              <a:rPr lang="en-US" sz="2000">
                <a:solidFill>
                  <a:srgbClr val="FFFFFF"/>
                </a:solidFill>
              </a:rPr>
              <a:t>• Spend 1000 EGP = Earn 1000 Points.</a:t>
            </a:r>
          </a:p>
          <a:p>
            <a:r>
              <a:rPr lang="en-US" sz="2000">
                <a:solidFill>
                  <a:srgbClr val="FFFFFF"/>
                </a:solidFill>
              </a:rPr>
              <a:t>• Redeem: 1000 Points = 100 EGP Off.</a:t>
            </a:r>
          </a:p>
          <a:p>
            <a:r>
              <a:rPr lang="en-US" sz="2000">
                <a:solidFill>
                  <a:srgbClr val="FFFFFF"/>
                </a:solidFill>
              </a:rPr>
              <a:t>• Seamless integration in Cart (As shown in image).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588BE-A546-4AF7-8C42-9A773E428DC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304" y="2239459"/>
            <a:ext cx="5407002" cy="237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74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B306C7-35AE-F0AD-0B36-4A52C7AF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70BF45-29C4-1735-BF49-B8336C1F3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Secure Payments &amp; Checkout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77967-D0D9-B738-6690-5334AA9A2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5"/>
            <a:ext cx="3702579" cy="46057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Powered by Stripe: Integrated with Stripe for world-class security and reliability.</a:t>
            </a:r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Multi-Method Support: Accepts major Credit Cards (Visa, Mastercard, Amex), Link, Amazon Pay, and Cash App Pay.</a:t>
            </a:r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Smart Checkout: Automated coupon application and transparent total calculation before payment.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335E6B-E621-28D8-E036-F3F6E207C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304" y="2239459"/>
            <a:ext cx="5407002" cy="237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462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72406-DBC7-D1E8-AEA6-9EEA38D67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2717C6-A8CA-5F24-B18E-1EAD0D449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Future Vision &amp; Roadmap</a:t>
            </a:r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F666D-20FF-AE5A-531C-3ECDE8682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Development:</a:t>
            </a:r>
          </a:p>
          <a:p>
            <a:pPr marL="0" indent="0">
              <a:buNone/>
            </a:pPr>
            <a:r>
              <a:rPr lang="en-US" b="1" dirty="0"/>
              <a:t>Mobile App:</a:t>
            </a:r>
            <a:r>
              <a:rPr lang="en-US" dirty="0"/>
              <a:t> Launching a native mobile application (iOS/Android).</a:t>
            </a:r>
          </a:p>
          <a:p>
            <a:pPr marL="0" indent="0">
              <a:buNone/>
            </a:pPr>
            <a:r>
              <a:rPr lang="en-US" b="1" dirty="0"/>
              <a:t>AI Recommendations:</a:t>
            </a:r>
            <a:r>
              <a:rPr lang="en-US" dirty="0"/>
              <a:t> Implementing an AI engine to suggest products based on browsing history.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18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C9501F-B0C7-888A-63E7-B18D33A95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E29BF-D87A-841D-6169-54DC5DC46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The project is live at:</a:t>
            </a:r>
          </a:p>
          <a:p>
            <a:r>
              <a:rPr lang="en-US" sz="2000">
                <a:solidFill>
                  <a:srgbClr val="FFFFFF"/>
                </a:solidFill>
              </a:rPr>
              <a:t>https://e-commerce-lake-chi.vercel.app/</a:t>
            </a:r>
          </a:p>
          <a:p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</a:rPr>
              <a:t>Thank You!</a:t>
            </a:r>
          </a:p>
        </p:txBody>
      </p:sp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8F32D6B4-62AA-3FF9-5EB4-98848CFDD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919" y="787114"/>
            <a:ext cx="5283771" cy="528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43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352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Hot Deals Platform</vt:lpstr>
      <vt:lpstr>The Idea &amp; Goal</vt:lpstr>
      <vt:lpstr>Team Members</vt:lpstr>
      <vt:lpstr>Modern UI &amp; Experience</vt:lpstr>
      <vt:lpstr>Featured Products</vt:lpstr>
      <vt:lpstr>Product Details</vt:lpstr>
      <vt:lpstr>My Account &amp; Security</vt:lpstr>
      <vt:lpstr>Smart Loyalty System ?</vt:lpstr>
      <vt:lpstr>Secure Payments &amp; Checkout </vt:lpstr>
      <vt:lpstr>Future Vision &amp; Roadmap</vt:lpstr>
      <vt:lpstr>Live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Atef El-Saeed Mohamed Amer</dc:creator>
  <cp:lastModifiedBy>Youssef Atef El-Saeed Mohamed Amer</cp:lastModifiedBy>
  <cp:revision>10</cp:revision>
  <dcterms:created xsi:type="dcterms:W3CDTF">2025-11-28T21:46:59Z</dcterms:created>
  <dcterms:modified xsi:type="dcterms:W3CDTF">2025-11-29T07:01:16Z</dcterms:modified>
</cp:coreProperties>
</file>