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2" r:id="rId4"/>
    <p:sldId id="273" r:id="rId5"/>
    <p:sldId id="274" r:id="rId6"/>
    <p:sldId id="275" r:id="rId7"/>
    <p:sldId id="27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5B780-AD2F-F747-E88E-04F378568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6A92F-31E9-0522-BB55-B8ED600CEB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A1E53-70DC-C9C1-A152-6D2155E70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9E1A0-7AAF-91BF-8640-33F58437F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E3B01-9C39-1AEA-2E43-03CDA36F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673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1F2E-9AE9-9924-1BD8-9DA58690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E88B7-B992-EE12-000C-A52F3C493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F39DB-8E83-1E00-51DE-A5F2A79C0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53040-D34D-A4E5-2F3C-62A49CCEC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BFBBF-60D4-6B30-59F1-CFB54EB35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600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6891-D836-4BF2-1B60-BDE30BEF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D659F2-F94E-8B3C-7E11-8B173E5F4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74AC6-B5DF-BD58-A0B6-F23030E09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ABA63-5E4B-186E-123C-B4614393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ACB6-F171-3EE7-FA93-B90EB65AE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7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A475A-7BDB-97AA-BE5F-12DD47143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9BB7-2335-DB6C-20AD-3D333E8E4B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814EC3-9B4F-8920-E505-0CAC847B0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2E024-407F-1DE3-6B8A-725EF598A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1F394F-4499-A567-9C7C-B615D0E6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C3A93-079A-BF50-48DC-B48EA89C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74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87D3A-BB9D-5D5B-2441-D14A71C1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E8462-C6DC-B167-1C7D-3FDC82955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448E3B-43F0-D9E1-B618-61134BD1D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C6E0C-59BC-BDF4-E5E7-A7AD877D2E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6732D5-865D-DCED-F47D-35A66B007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90164-5CF6-06B3-5829-FF780CF4B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060EC-2739-5E74-1F86-1D9B5F0F4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30CF10-880F-20C6-3A5B-02423F6C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70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A1E6F-1855-1A54-2E58-FAFEFFA6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5A6149-C8CA-E079-84E6-6ED8653B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C02954-8956-AA53-4990-8A2FA442B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CA20F-2E27-52CF-B658-FB521E50A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53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6E420-B27C-B5F1-1448-D37AD916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CBCBE5-09D1-A653-BE89-F98F41D64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76E2D-1C1E-67CE-D9B1-CE2479E5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763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7773E-6495-0493-70F6-6AE49C279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32055-8293-D017-231D-3DAA7694A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5AC9D1-4D84-AAD6-7B2E-D1FB7CF0D0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5888B-CFB3-8028-54AB-215A85A28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D14888-49E1-5B76-D214-15098947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A445D-4CBF-60C4-E46D-381BC4E46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508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945F2-4876-8386-2180-EA1589329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7BDAC-2BED-A7D4-88BB-AD7771F73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147A4-2CE7-BB73-C41D-B7E7AA9EF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773BE-65DF-64ED-EA59-4E5BA5808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0ED52-B3C3-B9B0-F626-2E2B9378B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89CDF-5551-7BB4-0363-4E8687A4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23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D86F-CB87-9881-9D58-F93A3520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69E00-2A55-CAA3-C8BB-F299476B0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EC07C-A9FC-48A5-2DA6-2823F96D4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C965E-C2CB-1775-5648-0A2FADF66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FFDE7-7D85-26F3-46B7-3AACF2E9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36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F6E053-F4BF-EB7D-F7BF-A68966C629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AD4B6-FEE4-514C-A25E-676B5A8613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0F81B-5C19-DAAB-4D43-0BF798123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D1CB5-1F68-DDDA-0990-A332E007B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2E700-6A19-1EC8-12B3-738C36B8A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93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36CDAE-0BA2-7976-13F0-F64857D78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1B4A37-FFAC-C25A-521E-0086020A5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D57A8-3027-029D-3EDF-A1B5E8BCDC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DA25A-87D7-45D3-9CFB-C758460916AB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0DA0D-FAE1-9F0D-5298-ADDD0B0540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C7884-4151-DDF9-1D50-D0FED90EA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DE4BAB-1C98-4B71-9D80-B34EC560CB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39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EB887-C42B-F305-21AB-43AF20F4F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rgbClr val="EB6633"/>
                </a:solidFill>
              </a:rPr>
              <a:t>Hot Deals Platform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A8CD-BBB1-A4E7-C415-9E9E430AA0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Fashion That Turns Heads</a:t>
            </a:r>
          </a:p>
          <a:p>
            <a:r>
              <a:rPr lang="en-US" dirty="0"/>
              <a:t>A Modern E-Commerce Solution with Loyalty Rewards</a:t>
            </a:r>
          </a:p>
          <a:p>
            <a:endParaRPr lang="en-US" dirty="0"/>
          </a:p>
          <a:p>
            <a:r>
              <a:rPr lang="en-US" dirty="0"/>
              <a:t>Team Leader: Youssef Atef</a:t>
            </a:r>
          </a:p>
          <a:p>
            <a:r>
              <a:rPr lang="en-US"/>
              <a:t>Team</a:t>
            </a:r>
            <a:r>
              <a:rPr lang="ar-EG"/>
              <a:t> </a:t>
            </a:r>
            <a:r>
              <a:rPr lang="en-US" dirty="0"/>
              <a:t>Members: Philopater Wael, Youssef Waleed, Ahmed Sobhy</a:t>
            </a:r>
          </a:p>
        </p:txBody>
      </p:sp>
    </p:spTree>
    <p:extLst>
      <p:ext uri="{BB962C8B-B14F-4D97-AF65-F5344CB8AC3E}">
        <p14:creationId xmlns:p14="http://schemas.microsoft.com/office/powerpoint/2010/main" val="2808997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23199-03AE-2948-B2F5-83D4435C6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EB6633"/>
                </a:solidFill>
              </a:rPr>
              <a:t>Modern UI &amp; 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0668C-FC96-08D1-40AE-BC14AD2DE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0000" cy="4351338"/>
          </a:xfrm>
        </p:spPr>
        <p:txBody>
          <a:bodyPr/>
          <a:lstStyle/>
          <a:p>
            <a:r>
              <a:rPr lang="en-US" dirty="0"/>
              <a:t>• Clean and minimalist design.</a:t>
            </a:r>
          </a:p>
          <a:p>
            <a:r>
              <a:rPr lang="en-US" dirty="0"/>
              <a:t>• 'Fashion That Turns Heads' branding.</a:t>
            </a:r>
          </a:p>
          <a:p>
            <a:r>
              <a:rPr lang="en-US" dirty="0"/>
              <a:t>• User-friendly navigation.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20634-A56B-537A-CDF1-9EFD127E94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1773044"/>
            <a:ext cx="7096512" cy="3311912"/>
          </a:xfrm>
          <a:prstGeom prst="rect">
            <a:avLst/>
          </a:prstGeom>
          <a:ln w="25400">
            <a:solidFill>
              <a:srgbClr val="EB6633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40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A71A-43E7-182F-7265-DB185D465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EB6633"/>
                </a:solidFill>
              </a:rPr>
              <a:t>Featured Products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EF698-2D39-7197-DACD-FF3620BE9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0000" cy="4351338"/>
          </a:xfrm>
        </p:spPr>
        <p:txBody>
          <a:bodyPr/>
          <a:lstStyle/>
          <a:p>
            <a:r>
              <a:rPr lang="en-US"/>
              <a:t>• Responsive grid layout.</a:t>
            </a:r>
          </a:p>
          <a:p>
            <a:r>
              <a:rPr lang="en-US"/>
              <a:t>• Quick 'Add to Cart' and 'Wishlist' features.</a:t>
            </a:r>
          </a:p>
          <a:p>
            <a:r>
              <a:rPr lang="en-US"/>
              <a:t>• Dynamic pricing display.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CE42A-AC9A-CE22-4916-3FF6CDEAD06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3941" y="1591469"/>
            <a:ext cx="7493620" cy="3675062"/>
          </a:xfrm>
          <a:prstGeom prst="rect">
            <a:avLst/>
          </a:prstGeom>
          <a:ln w="25400">
            <a:solidFill>
              <a:srgbClr val="EB6633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1530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BD15A-BF28-693E-D5F4-AF24B8835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EB6633"/>
                </a:solidFill>
              </a:rPr>
              <a:t>Product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D24D8-92C1-0A76-7904-C836E3FB1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0000" cy="4351338"/>
          </a:xfrm>
        </p:spPr>
        <p:txBody>
          <a:bodyPr/>
          <a:lstStyle/>
          <a:p>
            <a:r>
              <a:rPr lang="en-US"/>
              <a:t>• High-quality image zoom.</a:t>
            </a:r>
          </a:p>
          <a:p>
            <a:r>
              <a:rPr lang="en-US"/>
              <a:t>• Detailed specifications (Stock, Color, Size).</a:t>
            </a:r>
          </a:p>
          <a:p>
            <a:r>
              <a:rPr lang="en-US"/>
              <a:t>• Real-time stock status (e.g., 184 items left).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BB18D8-A9D7-0137-3F6C-39FE392D43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780" y="1825626"/>
            <a:ext cx="6947210" cy="3254374"/>
          </a:xfrm>
          <a:prstGeom prst="rect">
            <a:avLst/>
          </a:prstGeom>
          <a:ln w="25400">
            <a:solidFill>
              <a:srgbClr val="EB6633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710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733E-050C-0C73-317F-5A78D39F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EB6633"/>
                </a:solidFill>
              </a:rPr>
              <a:t>My Account &amp;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636DF-2685-C697-61BF-0A4C39B26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0000" cy="4351338"/>
          </a:xfrm>
        </p:spPr>
        <p:txBody>
          <a:bodyPr/>
          <a:lstStyle/>
          <a:p>
            <a:r>
              <a:rPr lang="en-US"/>
              <a:t>• Personal Profile Management.</a:t>
            </a:r>
          </a:p>
          <a:p>
            <a:r>
              <a:rPr lang="en-US"/>
              <a:t>• Real-time Loyalty Points tracking.</a:t>
            </a:r>
          </a:p>
          <a:p>
            <a:r>
              <a:rPr lang="en-US"/>
              <a:t>• Order History access.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7B77C8-C16B-79C4-EE5D-D4986FCBFA3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0557" y="1690689"/>
            <a:ext cx="7783550" cy="3305058"/>
          </a:xfrm>
          <a:prstGeom prst="rect">
            <a:avLst/>
          </a:prstGeom>
          <a:ln w="25400">
            <a:solidFill>
              <a:srgbClr val="EB6633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73204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33C52-FF48-DB5F-B714-CB1B33A1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EB6633"/>
                </a:solidFill>
              </a:rPr>
              <a:t>Smart Loyalty System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FA742-5DFB-B8B4-EF46-CEF168FD6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10000" cy="4351338"/>
          </a:xfrm>
        </p:spPr>
        <p:txBody>
          <a:bodyPr/>
          <a:lstStyle/>
          <a:p>
            <a:r>
              <a:rPr lang="en-US"/>
              <a:t>• The Competitive Edge:</a:t>
            </a:r>
          </a:p>
          <a:p>
            <a:r>
              <a:rPr lang="en-US"/>
              <a:t>• Spend 1000 EGP = Earn 1000 Points.</a:t>
            </a:r>
          </a:p>
          <a:p>
            <a:r>
              <a:rPr lang="en-US"/>
              <a:t>• Redeem: 1000 Points = 100 EGP Off.</a:t>
            </a:r>
          </a:p>
          <a:p>
            <a:r>
              <a:rPr lang="en-US"/>
              <a:t>• Seamless integration in Cart (As shown in image).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A588BE-A546-4AF7-8C42-9A773E428D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047527"/>
            <a:ext cx="7350511" cy="3528083"/>
          </a:xfrm>
          <a:prstGeom prst="rect">
            <a:avLst/>
          </a:prstGeom>
          <a:ln w="25400">
            <a:solidFill>
              <a:srgbClr val="EB6633"/>
            </a:solidFill>
          </a:ln>
          <a:effectLst>
            <a:outerShdw blurRad="50800" dist="38100" dir="2700000" algn="tl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2674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utoUpdateAnimBg="0"/>
      <p:bldP spid="3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9501F-B0C7-888A-63E7-B18D33A95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Live Demo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E29BF-D87A-841D-6169-54DC5DC4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The project is live at:</a:t>
            </a:r>
          </a:p>
          <a:p>
            <a:r>
              <a:rPr lang="en-US" sz="2200"/>
              <a:t>https://e-commerce-lake-chi.vercel.app/</a:t>
            </a:r>
          </a:p>
          <a:p>
            <a:endParaRPr lang="en-US" sz="2200"/>
          </a:p>
          <a:p>
            <a:r>
              <a:rPr lang="en-US" sz="2200"/>
              <a:t>Thank You!</a:t>
            </a:r>
          </a:p>
        </p:txBody>
      </p:sp>
      <p:pic>
        <p:nvPicPr>
          <p:cNvPr id="7" name="Picture 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F32D6B4-62AA-3FF9-5EB4-98848CFDD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43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utoUpdateAnimBg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183</Words>
  <Application>Microsoft Office PowerPoint</Application>
  <PresentationFormat>Widescreen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Hot Deals Platform</vt:lpstr>
      <vt:lpstr>Modern UI &amp; Experience</vt:lpstr>
      <vt:lpstr>Featured Products</vt:lpstr>
      <vt:lpstr>Product Details</vt:lpstr>
      <vt:lpstr>My Account &amp; Security</vt:lpstr>
      <vt:lpstr>Smart Loyalty System ?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Atef El-Saeed Mohamed Amer</dc:creator>
  <cp:lastModifiedBy>Youssef Atef El-Saeed Mohamed Amer</cp:lastModifiedBy>
  <cp:revision>6</cp:revision>
  <dcterms:created xsi:type="dcterms:W3CDTF">2025-11-28T21:46:59Z</dcterms:created>
  <dcterms:modified xsi:type="dcterms:W3CDTF">2025-11-28T22:52:30Z</dcterms:modified>
</cp:coreProperties>
</file>